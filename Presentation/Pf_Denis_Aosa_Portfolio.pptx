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Denis Aosa - Applied AI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Specialization: Computer Vision &amp; Deep Learning</a:t>
            </a:r>
          </a:p>
          <a:p>
            <a:r>
              <a:t>Houston Community College - Applied AI &amp; Robotics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What makes me unique?</a:t>
            </a:r>
          </a:p>
          <a:p>
            <a:pPr>
              <a:defRPr sz="2000"/>
            </a:pPr>
            <a:r>
              <a:t>A passion for transforming theoretical AI into robust, real-world edge applications serving the logistics and safety engineering sectors.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Strengths:</a:t>
            </a:r>
          </a:p>
          <a:p>
            <a:pPr>
              <a:defRPr sz="2000"/>
            </a:pPr>
            <a:r>
              <a:t>- Edge device optimization (TPUs/Wearables)</a:t>
            </a:r>
          </a:p>
          <a:p>
            <a:pPr>
              <a:defRPr sz="2000"/>
            </a:pPr>
            <a:r>
              <a:t>- Computer Vision (Object Detection &amp; Pose Tracking)</a:t>
            </a:r>
          </a:p>
          <a:p>
            <a:pPr>
              <a:defRPr sz="2000"/>
            </a:pPr>
            <a:r>
              <a:t>- Deep Learning (CNNs, Custom architectures)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Showcase: Safetycoordinator Glasses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Problem:</a:t>
            </a:r>
          </a:p>
          <a:p>
            <a:pPr>
              <a:defRPr sz="2000"/>
            </a:pPr>
            <a:r>
              <a:t>Catastrophic warehouse and 'Last 100 Yards' fulfillment injuries cost logistics companies millions.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Approach:</a:t>
            </a:r>
          </a:p>
          <a:p>
            <a:pPr>
              <a:defRPr sz="2000"/>
            </a:pPr>
            <a:r>
              <a:t>YOLOv8-Nano object detection coupled with MediaPipe posture tracking deployed to wearable smart glasses.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Impact:</a:t>
            </a:r>
          </a:p>
          <a:p>
            <a:pPr>
              <a:defRPr sz="2000"/>
            </a:pPr>
            <a:r>
              <a:t>Real-time &gt;95% recall of critical hazards (forklifts, stairs, back strains) with sub-30ms HUD alerting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Arsenal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Core Technologies Mastered: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- Frameworks: PyTorch, TensorFlow, Keras</a:t>
            </a:r>
          </a:p>
          <a:p>
            <a:pPr>
              <a:defRPr sz="2000"/>
            </a:pPr>
            <a:r>
              <a:t>- Libraries: Ultralytics YOLO, OpenCV, MediaPipe</a:t>
            </a:r>
          </a:p>
          <a:p>
            <a:pPr>
              <a:defRPr sz="2000"/>
            </a:pPr>
            <a:r>
              <a:t>- Utilities: Jupyter Notebooks, Google Colab</a:t>
            </a:r>
          </a:p>
          <a:p>
            <a:pPr>
              <a:defRPr sz="2000"/>
            </a:pPr>
            <a:r>
              <a:t>- Deployment: GitHub automation, edge model quantization (ONNX/TFLite)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Methodologies:</a:t>
            </a:r>
          </a:p>
          <a:p>
            <a:pPr>
              <a:defRPr sz="2000"/>
            </a:pPr>
            <a:r>
              <a:t>Supervised Learning, Semantic Segmentation, Real-time Bounding Box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Seeking: Opportunities in AI Safety Engineering, Computer Vision Developer Roles, or Applied Robotics Integrations.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Business Value:</a:t>
            </a:r>
          </a:p>
          <a:p>
            <a:pPr>
              <a:defRPr sz="2000"/>
            </a:pPr>
            <a:r>
              <a:t>Translating complex CV models into rapid prototypes that solve immediate operational supply-chain bottlenecks.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Contact:</a:t>
            </a:r>
          </a:p>
          <a:p>
            <a:pPr>
              <a:defRPr sz="2000"/>
            </a:pPr>
            <a:r>
              <a:t>GitHub: github.com/denisbosire97-ai</a:t>
            </a:r>
          </a:p>
          <a:p>
            <a:pPr>
              <a:defRPr sz="2000"/>
            </a:pPr>
            <a:r>
              <a:t>LinkedIn: linkedin.com/in/denisaosa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